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Across the Product</a:t>
            </a:r>
            <a:br/>
            <a:r>
              <a:t>Development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361EE"/>
                </a:solidFill>
              </a:defRPr>
            </a:pPr>
            <a:r>
              <a:t>Intelligent Requirement-to-Test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Hackathon 2026  |  AI Agents for PDLC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Teams spend 4+ hours manually tracing requirements to test cases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Scattered documentation across formats (Word, PDF, Markdown, Text)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No automated traceability — coverage gaps go undetected until production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Test cases written before requirements are finalized → orphaned artifacts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Status reporting is manual, inconsistent, and time-consuming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AI agents automate the entire requirement-to-test lifecycle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Upload documents in any format — PDF, Word, Markdown, Text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LLM-powered parsing extracts structured requirements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Bidirectional traceability: requirements→tests AND orphan detection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Multi-format compliance output: PDF, DOCX, TXT for auditors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React + Vite</a:t>
            </a:r>
            <a:br/>
            <a:r>
              <a:t>Upload +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Express + Prisma</a:t>
            </a:r>
            <a:br/>
            <a:r>
              <a:t>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4-Agent Pipeline</a:t>
            </a:r>
            <a:br/>
            <a:r>
              <a:t>State Machine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LLM +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Azure APIM</a:t>
            </a:r>
            <a:br/>
            <a:r>
              <a:t>gpt-5 + embeddings-3-large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1148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Prisma ORM</a:t>
            </a:r>
            <a:br/>
            <a:r>
              <a:t>Run + Document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1148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Langfuse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Observability</a:t>
            </a:r>
            <a:br/>
            <a:r>
              <a:t>LLM call tracing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1148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Puppeteer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PDF Generation</a:t>
            </a:r>
            <a:br/>
            <a:r>
              <a:t>HTML → A4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Detailed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280160"/>
            <a:ext cx="1097280" cy="5486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129844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194560"/>
            <a:ext cx="4389120" cy="6400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212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 — Vite +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871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Home.tsx (Upload) · Dashboard.tsx (Results)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POST /api/upload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200400"/>
            <a:ext cx="438912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218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Express 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upload · analyze · results ·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200400"/>
            <a:ext cx="1645920" cy="5943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Parsers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pdf · docx · 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← parse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200400"/>
            <a:ext cx="201168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SQLite (Prisma)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Run + Document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store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94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invoke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4206240"/>
            <a:ext cx="67665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25196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LANGGRAPH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617720"/>
            <a:ext cx="2011680" cy="6400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6360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1. RequirementRefiner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Parse + embed requirements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754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617720"/>
            <a:ext cx="201168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46360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2. TestCaseGenerator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LLM generates test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5532120"/>
            <a:ext cx="2011680" cy="64008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5550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3. TraceabilityAgent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824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Bidirectional matching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5532120"/>
            <a:ext cx="201168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5550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4. ReportGenerator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824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HTML → Puppeteer → PDF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54880"/>
            <a:ext cx="164592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773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LLM Client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Azure APIM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</a:defRPr>
            </a:pPr>
            <a:r>
              <a:t>← call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5577840"/>
            <a:ext cx="2011680" cy="5943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Embeddings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852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text-embedding-3-large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</a:defRPr>
            </a:pPr>
            <a:r>
              <a:t>embed 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4754880"/>
            <a:ext cx="2011680" cy="594360"/>
          </a:xfrm>
          <a:prstGeom prst="rect">
            <a:avLst/>
          </a:prstGeom>
          <a:solidFill>
            <a:srgbClr val="7C4DFF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4773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Langfuse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Observability (Required)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937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</a:defRPr>
            </a:pPr>
            <a:r>
              <a:t>← trace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4 AI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1. Requirement Refiner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Parses uploaded documents using LLM.</a:t>
            </a:r>
            <a:br/>
            <a:r>
              <a:t>Extracts structured requirements with IDs.</a:t>
            </a:r>
            <a:br/>
            <a:r>
              <a:t>Computes embeddings for semantic matching.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2. Test Case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Generates test cases at 4 levels:</a:t>
            </a:r>
            <a:br/>
            <a:r>
              <a:t>Unit, Integration, System, Acceptance.</a:t>
            </a:r>
            <a:br/>
            <a:r>
              <a:t>Falls back to keyword-based 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3. Traceability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Bidirectional matching:</a:t>
            </a:r>
            <a:br/>
            <a:r>
              <a:t>Forward: requirements → test cases</a:t>
            </a:r>
            <a:br/>
            <a:r>
              <a:t>Reverse: orphan test case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4. Report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28600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Renders HTML traceability report.</a:t>
            </a:r>
            <a:br/>
            <a:r>
              <a:t>Converts to PDF via Puppeteer.</a:t>
            </a:r>
            <a:br/>
            <a:r>
              <a:t>Falls back to HTML if Puppeteer fails.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Semantic Similarity: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Text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"Users must log in</a:t>
            </a:r>
            <a:br/>
            <a:r>
              <a:t>with Google OAuth"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text-embedding-3-large</a:t>
            </a:r>
            <a:br/>
            <a:r>
              <a:t>→ 1536-dimension 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Cosine similarity</a:t>
            </a:r>
            <a:br/>
            <a:r>
              <a:t>between vectors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85% similarity</a:t>
            </a:r>
            <a:br/>
            <a:r>
              <a:t>= Match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Fallback: When embeddings API is unavailable, degrades to word-level Jaccard similarity</a:t>
            </a:r>
            <a:br/>
            <a:r>
              <a:t>with stem matching and synonym dictionary — never blocks the user.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"Google Login" vs "Verify OAuth sign-in"  →  Semantic: 85%  |  Keyword: 15%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Appropriateness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361EE"/>
                </a:solidFill>
              </a:defRPr>
            </a:pPr>
            <a:r>
              <a:t>AI Handles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Unstructured → structured requirement extraction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Semantic test case generation (4 testing levels)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Embedding-based traceability matching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Domain-adaptive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6666"/>
                </a:solidFill>
              </a:defRPr>
            </a:pPr>
            <a:r>
              <a:t>Traditional Code Handles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File parsing (PDF, DOCX, Markdown, TXT)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Report rendering (HTML → PDF via Puppeteer)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Database operations (Prisma + SQLite)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Cosine similarity computation (deterministic)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03120"/>
            <a:ext cx="36576" cy="2743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530352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54406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361EE"/>
                </a:solidFill>
              </a:defRPr>
            </a:pPr>
            <a:r>
              <a:t>AI is used where it genuinely adds value — not everywhere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1.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Drag &amp; drop</a:t>
            </a:r>
            <a:br/>
            <a:r>
              <a:t>requirements +</a:t>
            </a:r>
            <a:br/>
            <a:r>
              <a:t>test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2.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AI agents parse,</a:t>
            </a:r>
            <a:br/>
            <a:r>
              <a:t>generate tests,</a:t>
            </a:r>
            <a:br/>
            <a:r>
              <a:t>find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3.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Coverage stats,</a:t>
            </a:r>
            <a:br/>
            <a:r>
              <a:t>traceability matrix,</a:t>
            </a:r>
            <a:br/>
            <a:r>
              <a:t>orphan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4. PDF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Professional report</a:t>
            </a:r>
            <a:br/>
            <a:r>
              <a:t>with full analysis</a:t>
            </a:r>
            <a:br/>
            <a:r>
              <a:t>for 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React 19 + Vite 6</a:t>
            </a:r>
            <a:br/>
            <a:r>
              <a:t>TypeScript, React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463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03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Express.js + Node.js</a:t>
            </a:r>
            <a:br/>
            <a:r>
              <a:t>TypeScript (strict mode)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AI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LangGraph.js</a:t>
            </a:r>
            <a:br/>
            <a:r>
              <a:t>4-agent state machine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463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103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Azure APIM</a:t>
            </a:r>
            <a:br/>
            <a:r>
              <a:t>gpt-5.2 + embeddings-3-large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SQLite + Prisma ORM</a:t>
            </a:r>
            <a:br/>
            <a:r>
              <a:t>Zero-install, schema-first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749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PDF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Puppeteer</a:t>
            </a:r>
            <a:br/>
            <a:r>
              <a:t>HTML → A4 PDF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Langfuse</a:t>
            </a:r>
            <a:br/>
            <a:r>
              <a:t>Every LLM call traced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37490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File 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pdf-parse, mammoth</a:t>
            </a:r>
            <a:br/>
            <a:r>
              <a:t>PDF, Word, Markdown,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Impact: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62828"/>
                </a:solidFill>
              </a:defRPr>
            </a:pPr>
            <a:r>
              <a:t>Before (Manual)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4+ hours per traceability analysis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Manual requirement-to-test matching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Keyword search misses semantic links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Coverage gaps discovered in production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No observability into analysis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After (AI-Powered)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30 seconds end-to-end analysis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Automated semantic matching via embeddings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Catches "Google Login" = "OAuth sign-in"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Gaps flagged before code is written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Langfuse traces every AI decision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Engineering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Graceful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Every AI component has a non-AI fallback.</a:t>
            </a:r>
            <a:br/>
            <a:r>
              <a:t>LLM fails → regex parsing.</a:t>
            </a:r>
            <a:br/>
            <a:r>
              <a:t>Embeddings fail → word-level matching.</a:t>
            </a:r>
            <a:br/>
            <a:r>
              <a:t>Puppeteer fails → HTML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Type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TypeScript strict mode throughout.</a:t>
            </a:r>
            <a:br/>
            <a:r>
              <a:t>Shared AgentState types across all agents.</a:t>
            </a:r>
            <a:br/>
            <a:r>
              <a:t>Prisma schema-first database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Langfuse integration traces every LLM call.</a:t>
            </a:r>
            <a:br/>
            <a:r>
              <a:t>Input/output logged for debugging.</a:t>
            </a:r>
            <a:br/>
            <a:r>
              <a:t>Graceful degradation when not configured.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Clean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Separation: agents, routes, parsers.</a:t>
            </a:r>
            <a:br/>
            <a:r>
              <a:t>Monorepo with npm workspaces.</a:t>
            </a:r>
            <a:br/>
            <a:r>
              <a:t>Zero-install database (SQLite).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Business Relevance &amp;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Multi-Domain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Same engine works for:</a:t>
            </a:r>
            <a:br/>
            <a:r>
              <a:t>Software, EV, Civil Engineering,</a:t>
            </a:r>
            <a:br/>
            <a:r>
              <a:t>Payments, Aerospace.</a:t>
            </a:r>
            <a:br/>
            <a:r>
              <a:t>Swap the template, not the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Compliance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PDF/TXT/DOCX output for</a:t>
            </a:r>
            <a:br/>
            <a:r>
              <a:t>auditors in regulated industries.</a:t>
            </a:r>
            <a:br/>
            <a:r>
              <a:t>Automotive (ISO 26262),</a:t>
            </a:r>
            <a:br/>
            <a:r>
              <a:t>Banking (PCI-DSS).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Zero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SQLite + local LLM calls.</a:t>
            </a:r>
            <a:br/>
            <a:r>
              <a:t>No vector DB, no cloud</a:t>
            </a:r>
            <a:br/>
            <a:r>
              <a:t>dependencies required.</a:t>
            </a:r>
            <a:br/>
            <a:r>
              <a:t>Works offline with fallbacks.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Graceful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Never blocks the user.</a:t>
            </a:r>
            <a:br/>
            <a:r>
              <a:t>LLM unavailable → regex parsing.</a:t>
            </a:r>
            <a:br/>
            <a:r>
              <a:t>Embeddings fail → word matching.</a:t>
            </a:r>
            <a:br/>
            <a:r>
              <a:t>Puppeteer fails → HTML report.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Sets Us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Bidirectional</a:t>
            </a:r>
            <a:br/>
            <a:r>
              <a:t>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Most tools only map</a:t>
            </a:r>
            <a:br/>
            <a:r>
              <a:t>requirements → tests.</a:t>
            </a:r>
            <a:br/>
            <a:br/>
            <a:r>
              <a:t>We also detect orphan</a:t>
            </a:r>
            <a:br/>
            <a:r>
              <a:t>test cases that have</a:t>
            </a:r>
            <a:br/>
            <a:r>
              <a:t>no linked requirement.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Domain-Agnostic</a:t>
            </a:r>
            <a:br/>
            <a: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Same pipeline works for</a:t>
            </a:r>
            <a:br/>
            <a:r>
              <a:t>software, automotive,</a:t>
            </a:r>
            <a:br/>
            <a:r>
              <a:t>civil engineering,</a:t>
            </a:r>
            <a:br/>
            <a:r>
              <a:t>banking.</a:t>
            </a:r>
            <a:br/>
            <a:br/>
            <a:r>
              <a:t>5 industry samples included.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Backwards</a:t>
            </a:r>
            <a:br/>
            <a:r>
              <a:t>Compatible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Handles real-world chaos:</a:t>
            </a:r>
            <a:br/>
            <a:r>
              <a:t>test cases without</a:t>
            </a:r>
            <a:br/>
            <a:r>
              <a:t>requirements,</a:t>
            </a:r>
            <a:br/>
            <a:r>
              <a:t>partial uploads,</a:t>
            </a:r>
            <a:br/>
            <a:r>
              <a:t>missing documents.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1. RAG +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ChromaDB/Pinecone for large-scale</a:t>
            </a:r>
            <a:br/>
            <a:r>
              <a:t>semantic document 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2. Design Review</a:t>
            </a:r>
            <a:br/>
            <a:r>
              <a:t>Summarization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AI agent that summarizes design</a:t>
            </a:r>
            <a:br/>
            <a:r>
              <a:t>documents and links to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3. Multi-Run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Track coverage trends across</a:t>
            </a:r>
            <a:br/>
            <a:r>
              <a:t>sprint cycles and versions.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84048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4. Chat Q&amp;A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Natural language queries:</a:t>
            </a:r>
            <a:br/>
            <a:r>
              <a:t>"Why is Req-7 not covered?"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61EE"/>
                </a:solidFill>
              </a:defRPr>
            </a:pPr>
            <a:r>
              <a:t>5. AI Assumptions</a:t>
            </a:r>
            <a:br/>
            <a:r>
              <a:t>Clarification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AI surfaces its assumptions before</a:t>
            </a:r>
            <a:br/>
            <a:r>
              <a:t>generating test cases — user</a:t>
            </a:r>
            <a:br/>
            <a:r>
              <a:t>clarifies upfront, saving tokens.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361EE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AI Across the Product Development Lifecycle  | 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