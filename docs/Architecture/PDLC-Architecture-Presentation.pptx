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 Across the Product</a:t>
            </a:r>
            <a:br/>
            <a:r>
              <a:t>Development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361EE"/>
                </a:solidFill>
              </a:defRPr>
            </a:pPr>
            <a:r>
              <a:t>Intelligent Requirement-to-Test Traceability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</a:defRPr>
            </a:pPr>
            <a:r>
              <a:t>Hackathon 2026  |  AI Agents for PDLC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  Manual handoffs between requirements, design, and testing teams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  Scattered documentation across formats (Word, PDF, Markdown)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  No automated traceability from requirement to test case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  Coverage gaps go undetected until production issues arise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  Status reporting is manual, inconsistent, and time-consuming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  AI agents that automate the entire requirement-to-test lifecycle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  Upload documents in any format (PDF, Word, Markdown, Text)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  LLM-powered parsing extracts structured requirements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  Semantic similarity matching finds test-to-requirement links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  Automated gap detection with AI-generated test suggestions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  Professional PDF reports with traceability matrix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25603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361EE"/>
                </a:solidFill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</a:defRPr>
            </a:pPr>
            <a:r>
              <a:t>React + Vite</a:t>
            </a:r>
            <a:br/>
            <a:r>
              <a:t>Upload +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828800"/>
            <a:ext cx="25603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361EE"/>
                </a:solidFill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4688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</a:defRPr>
            </a:pPr>
            <a:r>
              <a:t>Express + Prisma</a:t>
            </a:r>
            <a:br/>
            <a:r>
              <a:t>REST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828800"/>
            <a:ext cx="25603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361EE"/>
                </a:solidFill>
              </a:defRPr>
            </a:pPr>
            <a:r>
              <a:t>LangGraph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4688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</a:defRPr>
            </a:pPr>
            <a:r>
              <a:t>4-Agent Pipeline</a:t>
            </a:r>
            <a:br/>
            <a:r>
              <a:t>State Machine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1828800"/>
            <a:ext cx="25603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2011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361EE"/>
                </a:solidFill>
              </a:defRPr>
            </a:pPr>
            <a:r>
              <a:t>LLM + Embeddings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4688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</a:defRPr>
            </a:pPr>
            <a:r>
              <a:t>Azure APIM</a:t>
            </a:r>
            <a:br/>
            <a:r>
              <a:t>gpt-5 + embeddings-3-large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377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361EE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2377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361EE"/>
                </a:solidFill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377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361EE"/>
                </a:solidFill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411480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SQLite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72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Prisma ORM</a:t>
            </a:r>
            <a:br/>
            <a:r>
              <a:t>Run + Document models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411480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Langfuse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572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Observability</a:t>
            </a:r>
            <a:br/>
            <a:r>
              <a:t>Agent tracing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4114800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Puppeteer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4572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PDF Generation</a:t>
            </a:r>
            <a:br/>
            <a:r>
              <a:t>HTML → 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4 AI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6517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361EE"/>
                </a:solidFill>
              </a:defRPr>
            </a:pPr>
            <a:r>
              <a:t>1. Requirement Refiner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Parses uploaded documents using LLM.</a:t>
            </a:r>
            <a:br/>
            <a:r>
              <a:t>Extracts structured requirements with IDs and priorities.</a:t>
            </a:r>
            <a:br/>
            <a:r>
              <a:t>Computes embeddings for semantic matching.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1645920"/>
            <a:ext cx="26517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361EE"/>
                </a:solidFill>
              </a:defRPr>
            </a:pPr>
            <a:r>
              <a:t>2. Test Case 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46888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Generates detailed test cases from requirements using LLM.</a:t>
            </a:r>
            <a:br/>
            <a:r>
              <a:t>Creates 1-2 tests per requirement.</a:t>
            </a:r>
            <a:br/>
            <a:r>
              <a:t>Falls back to keyword-based generation if LLM fails.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26517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361EE"/>
                </a:solidFill>
              </a:defRPr>
            </a:pPr>
            <a:r>
              <a:t>3. Traceability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Matches uploaded test cases to requirements.</a:t>
            </a:r>
            <a:br/>
            <a:r>
              <a:t>Uses cosine similarity on embeddings (threshold: 0.6).</a:t>
            </a:r>
            <a:br/>
            <a:r>
              <a:t>Identifies coverage gaps.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98280" y="1645920"/>
            <a:ext cx="265176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361EE"/>
                </a:solidFill>
              </a:defRPr>
            </a:pPr>
            <a:r>
              <a:t>4. Report Generator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2468880"/>
            <a:ext cx="2286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</a:defRPr>
            </a:pPr>
            <a:r>
              <a:t>Renders HTML report with traceability matrix.</a:t>
            </a:r>
            <a:br/>
            <a:r>
              <a:t>Converts to PDF via Puppeteer.</a:t>
            </a:r>
            <a:br/>
            <a:r>
              <a:t>Falls back to HTML if Puppeteer fails.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Semantic Similarity: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2860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361EE"/>
                </a:solidFill>
              </a:defRPr>
            </a:pPr>
            <a:r>
              <a:t>Text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</a:defRPr>
            </a:pPr>
            <a:r>
              <a:t>"Users must log in</a:t>
            </a:r>
            <a:br/>
            <a:r>
              <a:t>with Google OAuth"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828800"/>
            <a:ext cx="22860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20116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361EE"/>
                </a:solidFill>
              </a:defRPr>
            </a:pPr>
            <a:r>
              <a:t>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46888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</a:defRPr>
            </a:pPr>
            <a:r>
              <a:t>text-embedding-3-large</a:t>
            </a:r>
            <a:br/>
            <a:r>
              <a:t>→ 1536-dimension vector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22860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361EE"/>
                </a:solidFill>
              </a:defRPr>
            </a:pPr>
            <a:r>
              <a:t>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</a:defRPr>
            </a:pPr>
            <a:r>
              <a:t>Cosine similarity</a:t>
            </a:r>
            <a:br/>
            <a:r>
              <a:t>between vectors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828800"/>
            <a:ext cx="22860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20116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361EE"/>
                </a:solidFill>
              </a:defRPr>
            </a:pPr>
            <a:r>
              <a:t>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46888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</a:defRPr>
            </a:pPr>
            <a:r>
              <a:t>63% similarity</a:t>
            </a:r>
            <a:br/>
            <a:r>
              <a:t>= Match found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468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361EE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468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361EE"/>
                </a:solidFill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468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361EE"/>
                </a:solidFill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Fallback: If embeddings API is unavailable, the system degrades gracefully to</a:t>
            </a:r>
            <a:br/>
            <a:r>
              <a:t>word-level Jaccard similarity with stem matching and synonym dictionary.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Example: "Google Login" vs "Verify OAuth sign-in works"  →  Semantic match (0.85)  |  Keyword match (0.15)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Demo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40" y="1645920"/>
            <a:ext cx="731520" cy="73152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691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1. Upload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Drag &amp; drop</a:t>
            </a:r>
            <a:br/>
            <a:r>
              <a:t>requirements +</a:t>
            </a:r>
            <a:br/>
            <a:r>
              <a:t>test cases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645920"/>
            <a:ext cx="731520" cy="73152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691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2. Analyze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AI agents parse,</a:t>
            </a:r>
            <a:br/>
            <a:r>
              <a:t>generate tests,</a:t>
            </a:r>
            <a:br/>
            <a:r>
              <a:t>find gaps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731520" cy="73152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1691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3.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Coverage stats,</a:t>
            </a:r>
            <a:br/>
            <a:r>
              <a:t>traceability matrix,</a:t>
            </a:r>
            <a:br/>
            <a:r>
              <a:t>gap details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0" y="1645920"/>
            <a:ext cx="731520" cy="73152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0" y="1691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4. PDF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Professional report</a:t>
            </a:r>
            <a:br/>
            <a:r>
              <a:t>with full analysis</a:t>
            </a:r>
            <a:br/>
            <a:r>
              <a:t>for stakeholders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361EE"/>
                </a:solidFill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361EE"/>
                </a:solidFill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361EE"/>
                </a:solidFill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361EE"/>
                </a:solidFill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React 18 + Vite 6</a:t>
            </a:r>
            <a:br/>
            <a:r>
              <a:t>TypeScript, React Router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146304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361EE"/>
                </a:solidFill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1031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Express.js + Node.js</a:t>
            </a:r>
            <a:br/>
            <a:r>
              <a:t>TypeScript (strict mode)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361EE"/>
                </a:solidFill>
              </a:defRPr>
            </a:pPr>
            <a:r>
              <a:t>AI Orchestration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LangGraph.js</a:t>
            </a:r>
            <a:br/>
            <a:r>
              <a:t>4-agent state machine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98280" y="146304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361EE"/>
                </a:solidFill>
              </a:defRPr>
            </a:pPr>
            <a:r>
              <a:t>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21031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Azure APIM</a:t>
            </a:r>
            <a:br/>
            <a:r>
              <a:t>gpt-5-mini + embeddings-3-large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4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361EE"/>
                </a:solidFill>
              </a:defRPr>
            </a:pPr>
            <a: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891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SQLite + Prisma ORM</a:t>
            </a:r>
            <a:br/>
            <a:r>
              <a:t>Zero-install, schema-first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374904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361EE"/>
                </a:solidFill>
              </a:defRPr>
            </a:pPr>
            <a:r>
              <a:t>PDF 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3891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Puppeteer</a:t>
            </a:r>
            <a:br/>
            <a:r>
              <a:t>HTML → PDF (A4 format)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74904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361EE"/>
                </a:solidFill>
              </a:defRPr>
            </a:pPr>
            <a:r>
              <a:t>Observability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3891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Langfuse</a:t>
            </a:r>
            <a:br/>
            <a:r>
              <a:t>Agent tracing (optional)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374904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361EE"/>
                </a:solidFill>
              </a:defRPr>
            </a:pPr>
            <a:r>
              <a:t>File Parsing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43891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pdf-parse, mammoth, marked</a:t>
            </a:r>
            <a:br/>
            <a:r>
              <a:t>PDF, Word, Markdown, Text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AI Impact: Before vs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62828"/>
                </a:solidFill>
              </a:defRPr>
            </a:pPr>
            <a:r>
              <a:t>Before (Manual)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Manual requirement-to-test matching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Keyword-based search misses semantic links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Coverage gaps discovered in production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Hours spent on traceability reports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No observability into analysis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E7D32"/>
                </a:solidFill>
              </a:defRPr>
            </a:pPr>
            <a:r>
              <a:t>After (AI-Powered)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Automated semantic matching via embeddings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Catches "Google Login" = "OAuth sign-in"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Gaps flagged before code is written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Seconds to generate full traceability report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Langfuse traces every AI decision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Engineering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3035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</a:defRPr>
            </a:pPr>
            <a:r>
              <a:t>Graceful Fallbacks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Every AI component has a non-AI fallback.</a:t>
            </a:r>
            <a:br/>
            <a:r>
              <a:t>LLM fails → regex parsing.</a:t>
            </a:r>
            <a:br/>
            <a:r>
              <a:t>Embeddings fail → word-level matching.</a:t>
            </a:r>
            <a:br/>
            <a:r>
              <a:t>Puppeteer fails → HTML report.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3035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</a:defRPr>
            </a:pPr>
            <a:r>
              <a:t>Type Safety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TypeScript strict mode throughout.</a:t>
            </a:r>
            <a:br/>
            <a:r>
              <a:t>Shared AgentState types across all agents.</a:t>
            </a:r>
            <a:br/>
            <a:r>
              <a:t>Prisma schema-first database design.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53035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</a:defRPr>
            </a:pPr>
            <a:r>
              <a:t>Observability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Langfuse integration traces every LLM call.</a:t>
            </a:r>
            <a:br/>
            <a:r>
              <a:t>Input/output logged for debugging.</a:t>
            </a:r>
            <a:br/>
            <a:r>
              <a:t>Graceful degradation when not configured.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931920"/>
            <a:ext cx="53035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</a:defRPr>
            </a:pPr>
            <a:r>
              <a:t>Clean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5720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Separation of concerns: agents, routes, parsers.</a:t>
            </a:r>
            <a:br/>
            <a:r>
              <a:t>Monorepo with npm workspaces.</a:t>
            </a:r>
            <a:br/>
            <a:r>
              <a:t>Zero-install database (SQLite).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3035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</a:defRPr>
            </a:pPr>
            <a:r>
              <a:t>RAG + Vector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ChromaDB/Pinecone for large-scale document storage.</a:t>
            </a:r>
            <a:br/>
            <a:r>
              <a:t>Chunk requirements into searchable vectors.</a:t>
            </a:r>
            <a:br/>
            <a:r>
              <a:t>Retrieve relevant context for each analysis.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3035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</a:defRPr>
            </a:pPr>
            <a:r>
              <a:t>Design Review Summarization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AI agent that summarizes design documents.</a:t>
            </a:r>
            <a:br/>
            <a:r>
              <a:t>Extracts key decisions and action items.</a:t>
            </a:r>
            <a:br/>
            <a:r>
              <a:t>Links design decisions to requirements.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53035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</a:defRPr>
            </a:pPr>
            <a:r>
              <a:t>Multi-Run 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Track analysis runs over time.</a:t>
            </a:r>
            <a:br/>
            <a:r>
              <a:t>Compare coverage across versions.</a:t>
            </a:r>
            <a:br/>
            <a:r>
              <a:t>Trend dashboards for stakeholder reporting.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931920"/>
            <a:ext cx="53035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61EE"/>
                </a:solidFill>
              </a:defRPr>
            </a:pPr>
            <a:r>
              <a:t>Chat Q&amp;A Interface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5720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RAG-powered chat on requirement gaps.</a:t>
            </a:r>
            <a:br/>
            <a:r>
              <a:t>"Why is Req-7 not covered?" → AI explanation.</a:t>
            </a:r>
            <a:br/>
            <a:r>
              <a:t>Interactive gap exploration.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361EE"/>
                </a:solidFill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AI Across the Product Development Lifecycle  | 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